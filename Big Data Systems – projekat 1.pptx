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80" r:id="rId11"/>
    <p:sldId id="265" r:id="rId12"/>
    <p:sldId id="268" r:id="rId13"/>
    <p:sldId id="276" r:id="rId14"/>
    <p:sldId id="272" r:id="rId15"/>
    <p:sldId id="273" r:id="rId16"/>
    <p:sldId id="277" r:id="rId17"/>
    <p:sldId id="269" r:id="rId18"/>
    <p:sldId id="270" r:id="rId19"/>
    <p:sldId id="278" r:id="rId20"/>
    <p:sldId id="274" r:id="rId21"/>
    <p:sldId id="275" r:id="rId22"/>
    <p:sldId id="279" r:id="rId23"/>
    <p:sldId id="271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98" d="100"/>
          <a:sy n="98" d="100"/>
        </p:scale>
        <p:origin x="11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kaggle.com/datasets/har5hdeep5harma/chicago-crime-incidents-2001-to-present?resource=download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Big Data Systems – </a:t>
            </a:r>
            <a:r>
              <a:rPr lang="en-US" dirty="0" err="1" smtClean="0"/>
              <a:t>projekat</a:t>
            </a:r>
            <a:r>
              <a:rPr lang="en-US" dirty="0" smtClean="0"/>
              <a:t> 1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Student: Katarina </a:t>
            </a:r>
            <a:r>
              <a:rPr lang="sr-Latn-RS" dirty="0" smtClean="0"/>
              <a:t>Stanojković 1773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84215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Dataset – Chicago crimes</a:t>
            </a:r>
            <a:br>
              <a:rPr lang="sr-Latn-R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422400"/>
            <a:ext cx="9403742" cy="4825999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www.kaggle.com/datasets/har5hdeep5harma/chicago-crime-incidents-2001-to-present?resource=download</a:t>
            </a:r>
            <a:endParaRPr lang="en-US" dirty="0" smtClean="0"/>
          </a:p>
          <a:p>
            <a:r>
              <a:rPr lang="en-US" dirty="0"/>
              <a:t>Dataset je </a:t>
            </a:r>
            <a:r>
              <a:rPr lang="en-US" dirty="0" err="1"/>
              <a:t>najpre</a:t>
            </a:r>
            <a:r>
              <a:rPr lang="en-US" dirty="0"/>
              <a:t> bio </a:t>
            </a:r>
            <a:r>
              <a:rPr lang="en-US" dirty="0" err="1"/>
              <a:t>velicine</a:t>
            </a:r>
            <a:r>
              <a:rPr lang="en-US" dirty="0"/>
              <a:t> 1.99GB, </a:t>
            </a:r>
            <a:r>
              <a:rPr lang="en-US" dirty="0" err="1"/>
              <a:t>ali</a:t>
            </a:r>
            <a:r>
              <a:rPr lang="en-US" dirty="0"/>
              <a:t> je </a:t>
            </a:r>
            <a:r>
              <a:rPr lang="en-US" dirty="0" err="1"/>
              <a:t>za</a:t>
            </a:r>
            <a:r>
              <a:rPr lang="en-US" dirty="0"/>
              <a:t> </a:t>
            </a:r>
            <a:r>
              <a:rPr lang="en-US" dirty="0" err="1"/>
              <a:t>potrebe</a:t>
            </a:r>
            <a:r>
              <a:rPr lang="en-US" dirty="0"/>
              <a:t> </a:t>
            </a:r>
            <a:r>
              <a:rPr lang="en-US" dirty="0" err="1"/>
              <a:t>projekta</a:t>
            </a:r>
            <a:r>
              <a:rPr lang="en-US" dirty="0"/>
              <a:t> </a:t>
            </a:r>
            <a:r>
              <a:rPr lang="en-US" dirty="0" err="1"/>
              <a:t>smanjen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~1GB. </a:t>
            </a:r>
            <a:endParaRPr lang="sr-Latn-RS" dirty="0" smtClean="0"/>
          </a:p>
          <a:p>
            <a:r>
              <a:rPr lang="sr-Latn-RS" dirty="0" smtClean="0"/>
              <a:t>Kolone:</a:t>
            </a:r>
            <a:endParaRPr lang="en-US" dirty="0" smtClean="0"/>
          </a:p>
          <a:p>
            <a:pPr lvl="1"/>
            <a:r>
              <a:rPr lang="en-US" dirty="0" smtClean="0"/>
              <a:t>ID</a:t>
            </a:r>
          </a:p>
          <a:p>
            <a:pPr lvl="1"/>
            <a:r>
              <a:rPr lang="en-US" dirty="0" smtClean="0"/>
              <a:t>Case Number</a:t>
            </a:r>
          </a:p>
          <a:p>
            <a:pPr lvl="1"/>
            <a:r>
              <a:rPr lang="en-US" dirty="0" smtClean="0"/>
              <a:t>Date</a:t>
            </a:r>
          </a:p>
          <a:p>
            <a:pPr lvl="1"/>
            <a:r>
              <a:rPr lang="en-US" dirty="0" smtClean="0"/>
              <a:t>Primary Type</a:t>
            </a:r>
          </a:p>
          <a:p>
            <a:pPr lvl="1"/>
            <a:r>
              <a:rPr lang="en-US" dirty="0" smtClean="0"/>
              <a:t>Latitude</a:t>
            </a:r>
          </a:p>
          <a:p>
            <a:pPr lvl="1"/>
            <a:r>
              <a:rPr lang="en-US" dirty="0" smtClean="0"/>
              <a:t>Longitude …</a:t>
            </a:r>
            <a:endParaRPr lang="sr-Latn-RS" dirty="0" smtClean="0"/>
          </a:p>
        </p:txBody>
      </p:sp>
    </p:spTree>
    <p:extLst>
      <p:ext uri="{BB962C8B-B14F-4D97-AF65-F5344CB8AC3E}">
        <p14:creationId xmlns:p14="http://schemas.microsoft.com/office/powerpoint/2010/main" val="18496464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Podesavanje</a:t>
            </a:r>
            <a:r>
              <a:rPr lang="en-US" dirty="0" smtClean="0"/>
              <a:t> </a:t>
            </a:r>
            <a:r>
              <a:rPr lang="en-US" dirty="0" err="1" smtClean="0"/>
              <a:t>okruzenja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46112" y="1375508"/>
            <a:ext cx="4746504" cy="4872892"/>
          </a:xfrm>
        </p:spPr>
        <p:txBody>
          <a:bodyPr/>
          <a:lstStyle/>
          <a:p>
            <a:r>
              <a:rPr lang="en-US" dirty="0" err="1" smtClean="0"/>
              <a:t>Potrebna</a:t>
            </a:r>
            <a:r>
              <a:rPr lang="en-US" dirty="0" smtClean="0"/>
              <a:t> </a:t>
            </a:r>
            <a:r>
              <a:rPr lang="en-US" dirty="0" err="1" smtClean="0"/>
              <a:t>nam</a:t>
            </a:r>
            <a:r>
              <a:rPr lang="en-US" dirty="0" smtClean="0"/>
              <a:t> je </a:t>
            </a:r>
            <a:r>
              <a:rPr lang="en-US" dirty="0" err="1" smtClean="0"/>
              <a:t>mreza</a:t>
            </a:r>
            <a:r>
              <a:rPr lang="en-US" dirty="0" smtClean="0"/>
              <a:t>, </a:t>
            </a:r>
            <a:r>
              <a:rPr lang="en-US" dirty="0" err="1" smtClean="0"/>
              <a:t>kako</a:t>
            </a:r>
            <a:r>
              <a:rPr lang="en-US" dirty="0" smtClean="0"/>
              <a:t> bi </a:t>
            </a:r>
            <a:r>
              <a:rPr lang="en-US" dirty="0" err="1" smtClean="0"/>
              <a:t>kontejneri</a:t>
            </a:r>
            <a:r>
              <a:rPr lang="en-US" dirty="0" smtClean="0"/>
              <a:t> </a:t>
            </a:r>
            <a:r>
              <a:rPr lang="en-US" dirty="0" err="1" smtClean="0"/>
              <a:t>bili</a:t>
            </a:r>
            <a:r>
              <a:rPr lang="en-US" dirty="0" smtClean="0"/>
              <a:t> </a:t>
            </a:r>
            <a:r>
              <a:rPr lang="en-US" dirty="0" err="1" smtClean="0"/>
              <a:t>vidljivi</a:t>
            </a:r>
            <a:r>
              <a:rPr lang="en-US" dirty="0" smtClean="0"/>
              <a:t> </a:t>
            </a:r>
            <a:r>
              <a:rPr lang="en-US" dirty="0" err="1" smtClean="0"/>
              <a:t>jedni</a:t>
            </a:r>
            <a:r>
              <a:rPr lang="en-US" dirty="0" smtClean="0"/>
              <a:t> </a:t>
            </a:r>
            <a:r>
              <a:rPr lang="en-US" dirty="0" err="1" smtClean="0"/>
              <a:t>drugima</a:t>
            </a:r>
            <a:r>
              <a:rPr lang="en-US" dirty="0" smtClean="0"/>
              <a:t>.</a:t>
            </a:r>
          </a:p>
          <a:p>
            <a:r>
              <a:rPr lang="en-US" dirty="0" err="1" smtClean="0"/>
              <a:t>Kreiramo</a:t>
            </a:r>
            <a:r>
              <a:rPr lang="en-US" dirty="0" smtClean="0"/>
              <a:t> </a:t>
            </a:r>
            <a:r>
              <a:rPr lang="en-US" dirty="0" err="1" smtClean="0"/>
              <a:t>mrezu</a:t>
            </a:r>
            <a:r>
              <a:rPr lang="en-US" dirty="0" smtClean="0"/>
              <a:t> pod </a:t>
            </a:r>
            <a:r>
              <a:rPr lang="en-US" dirty="0" err="1" smtClean="0"/>
              <a:t>nazivom</a:t>
            </a:r>
            <a:r>
              <a:rPr lang="en-US" dirty="0" smtClean="0"/>
              <a:t> </a:t>
            </a:r>
            <a:r>
              <a:rPr lang="en-US" dirty="0" err="1" smtClean="0"/>
              <a:t>bde</a:t>
            </a:r>
            <a:r>
              <a:rPr lang="en-US" dirty="0" smtClean="0"/>
              <a:t>, </a:t>
            </a:r>
            <a:r>
              <a:rPr lang="en-US" dirty="0" err="1" smtClean="0"/>
              <a:t>sledecom</a:t>
            </a:r>
            <a:r>
              <a:rPr lang="en-US" dirty="0" smtClean="0"/>
              <a:t> </a:t>
            </a:r>
            <a:r>
              <a:rPr lang="en-US" dirty="0" err="1" smtClean="0"/>
              <a:t>komandom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docker</a:t>
            </a:r>
            <a:r>
              <a:rPr lang="en-US" dirty="0" smtClean="0"/>
              <a:t> network create </a:t>
            </a:r>
            <a:r>
              <a:rPr lang="en-US" dirty="0" err="1" smtClean="0"/>
              <a:t>bde</a:t>
            </a:r>
            <a:endParaRPr lang="en-US" dirty="0" smtClean="0"/>
          </a:p>
          <a:p>
            <a:pPr lvl="1"/>
            <a:endParaRPr lang="en-US" dirty="0"/>
          </a:p>
          <a:p>
            <a:r>
              <a:rPr lang="en-US" dirty="0" err="1" smtClean="0"/>
              <a:t>Zatim</a:t>
            </a:r>
            <a:r>
              <a:rPr lang="en-US" dirty="0" smtClean="0"/>
              <a:t> </a:t>
            </a:r>
            <a:r>
              <a:rPr lang="en-US" dirty="0" err="1" smtClean="0"/>
              <a:t>pokrecemo</a:t>
            </a:r>
            <a:r>
              <a:rPr lang="en-US" dirty="0" smtClean="0"/>
              <a:t> </a:t>
            </a:r>
            <a:r>
              <a:rPr lang="en-US" dirty="0" err="1" smtClean="0"/>
              <a:t>docker</a:t>
            </a:r>
            <a:r>
              <a:rPr lang="en-US" dirty="0" smtClean="0"/>
              <a:t> </a:t>
            </a:r>
            <a:r>
              <a:rPr lang="en-US" dirty="0" err="1" smtClean="0"/>
              <a:t>kontejnere</a:t>
            </a:r>
            <a:r>
              <a:rPr lang="en-US" dirty="0" smtClean="0"/>
              <a:t> </a:t>
            </a:r>
            <a:r>
              <a:rPr lang="en-US" dirty="0" err="1" smtClean="0"/>
              <a:t>prema</a:t>
            </a:r>
            <a:r>
              <a:rPr lang="en-US" dirty="0" smtClean="0"/>
              <a:t> </a:t>
            </a:r>
            <a:r>
              <a:rPr lang="en-US" dirty="0" err="1" smtClean="0"/>
              <a:t>konfiguraciji</a:t>
            </a:r>
            <a:r>
              <a:rPr lang="en-US" dirty="0" smtClean="0"/>
              <a:t> </a:t>
            </a:r>
            <a:r>
              <a:rPr lang="en-US" dirty="0" err="1" smtClean="0"/>
              <a:t>navedenoj</a:t>
            </a:r>
            <a:r>
              <a:rPr lang="en-US" dirty="0" smtClean="0"/>
              <a:t> u </a:t>
            </a:r>
            <a:r>
              <a:rPr lang="en-US" dirty="0" err="1" smtClean="0"/>
              <a:t>docker-compose.yml</a:t>
            </a:r>
            <a:r>
              <a:rPr lang="en-US" dirty="0" smtClean="0"/>
              <a:t> </a:t>
            </a:r>
            <a:r>
              <a:rPr lang="en-US" dirty="0" err="1" smtClean="0"/>
              <a:t>datoteci</a:t>
            </a:r>
            <a:r>
              <a:rPr lang="en-US" dirty="0" smtClean="0"/>
              <a:t>, </a:t>
            </a:r>
            <a:r>
              <a:rPr lang="en-US" dirty="0" err="1" smtClean="0"/>
              <a:t>koriscenjem</a:t>
            </a:r>
            <a:r>
              <a:rPr lang="en-US" dirty="0" smtClean="0"/>
              <a:t> </a:t>
            </a:r>
            <a:r>
              <a:rPr lang="en-US" dirty="0" err="1" smtClean="0"/>
              <a:t>komande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 smtClean="0"/>
              <a:t>docker</a:t>
            </a:r>
            <a:r>
              <a:rPr lang="en-US" dirty="0" smtClean="0"/>
              <a:t>-compose up --build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7704" y="1375508"/>
            <a:ext cx="2784453" cy="49508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719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789928"/>
          </a:xfrm>
        </p:spPr>
        <p:txBody>
          <a:bodyPr/>
          <a:lstStyle/>
          <a:p>
            <a:r>
              <a:rPr lang="en-US" dirty="0" err="1" smtClean="0"/>
              <a:t>Ucitavanje</a:t>
            </a:r>
            <a:r>
              <a:rPr lang="en-US" dirty="0" smtClean="0"/>
              <a:t> </a:t>
            </a:r>
            <a:r>
              <a:rPr lang="en-US" dirty="0" err="1" smtClean="0"/>
              <a:t>podataka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HDFS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0524" y="1312986"/>
            <a:ext cx="9355014" cy="2696307"/>
          </a:xfrm>
        </p:spPr>
        <p:txBody>
          <a:bodyPr>
            <a:normAutofit lnSpcReduction="10000"/>
          </a:bodyPr>
          <a:lstStyle/>
          <a:p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kopiranje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lokalnog</a:t>
            </a:r>
            <a:r>
              <a:rPr lang="en-US" dirty="0" smtClean="0"/>
              <a:t> </a:t>
            </a:r>
            <a:r>
              <a:rPr lang="en-US" dirty="0" err="1" smtClean="0"/>
              <a:t>fajl</a:t>
            </a:r>
            <a:r>
              <a:rPr lang="en-US" dirty="0" smtClean="0"/>
              <a:t> </a:t>
            </a:r>
            <a:r>
              <a:rPr lang="en-US" dirty="0" err="1" smtClean="0"/>
              <a:t>sistema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namenode</a:t>
            </a:r>
            <a:r>
              <a:rPr lang="en-US" dirty="0" smtClean="0"/>
              <a:t>:</a:t>
            </a:r>
          </a:p>
          <a:p>
            <a:pPr lvl="1"/>
            <a:r>
              <a:rPr lang="en-US" dirty="0" err="1"/>
              <a:t>docker</a:t>
            </a:r>
            <a:r>
              <a:rPr lang="en-US" dirty="0"/>
              <a:t> </a:t>
            </a:r>
            <a:r>
              <a:rPr lang="en-US" dirty="0" err="1"/>
              <a:t>cp</a:t>
            </a:r>
            <a:r>
              <a:rPr lang="en-US" dirty="0"/>
              <a:t> C:\BigDataTemp\crimes_1gb.csv </a:t>
            </a:r>
            <a:r>
              <a:rPr lang="en-US" dirty="0" err="1"/>
              <a:t>namenode</a:t>
            </a:r>
            <a:r>
              <a:rPr lang="en-US" dirty="0"/>
              <a:t>:/</a:t>
            </a:r>
            <a:r>
              <a:rPr lang="en-US" dirty="0" smtClean="0"/>
              <a:t>data</a:t>
            </a:r>
          </a:p>
          <a:p>
            <a:endParaRPr lang="en-US" dirty="0"/>
          </a:p>
          <a:p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kopiranje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namenode</a:t>
            </a:r>
            <a:r>
              <a:rPr lang="en-US" dirty="0" smtClean="0"/>
              <a:t>-a </a:t>
            </a:r>
            <a:r>
              <a:rPr lang="en-US" dirty="0" err="1" smtClean="0"/>
              <a:t>na</a:t>
            </a:r>
            <a:r>
              <a:rPr lang="en-US" dirty="0" smtClean="0"/>
              <a:t> HDFS:</a:t>
            </a:r>
          </a:p>
          <a:p>
            <a:pPr lvl="1"/>
            <a:r>
              <a:rPr lang="en-US" dirty="0" err="1" smtClean="0"/>
              <a:t>docker</a:t>
            </a:r>
            <a:r>
              <a:rPr lang="en-US" dirty="0" smtClean="0"/>
              <a:t> </a:t>
            </a:r>
            <a:r>
              <a:rPr lang="en-US" dirty="0"/>
              <a:t>exec -it </a:t>
            </a:r>
            <a:r>
              <a:rPr lang="en-US" dirty="0" err="1"/>
              <a:t>namenode</a:t>
            </a:r>
            <a:r>
              <a:rPr lang="en-US" dirty="0"/>
              <a:t> </a:t>
            </a:r>
            <a:r>
              <a:rPr lang="en-US" dirty="0" smtClean="0"/>
              <a:t>bash</a:t>
            </a:r>
          </a:p>
          <a:p>
            <a:pPr lvl="1"/>
            <a:r>
              <a:rPr lang="en-US" dirty="0" err="1"/>
              <a:t>hdfs</a:t>
            </a:r>
            <a:r>
              <a:rPr lang="en-US" dirty="0"/>
              <a:t> </a:t>
            </a:r>
            <a:r>
              <a:rPr lang="en-US" dirty="0" err="1"/>
              <a:t>dfs</a:t>
            </a:r>
            <a:r>
              <a:rPr lang="en-US" dirty="0"/>
              <a:t> -</a:t>
            </a:r>
            <a:r>
              <a:rPr lang="en-US" dirty="0" err="1"/>
              <a:t>mkdir</a:t>
            </a:r>
            <a:r>
              <a:rPr lang="en-US" dirty="0"/>
              <a:t> /</a:t>
            </a:r>
            <a:r>
              <a:rPr lang="en-US" dirty="0" smtClean="0"/>
              <a:t>data</a:t>
            </a:r>
          </a:p>
          <a:p>
            <a:pPr lvl="1"/>
            <a:r>
              <a:rPr lang="en-US" dirty="0" err="1"/>
              <a:t>hdfs</a:t>
            </a:r>
            <a:r>
              <a:rPr lang="en-US" dirty="0"/>
              <a:t> </a:t>
            </a:r>
            <a:r>
              <a:rPr lang="en-US" dirty="0" err="1"/>
              <a:t>dfs</a:t>
            </a:r>
            <a:r>
              <a:rPr lang="en-US" dirty="0"/>
              <a:t> -put /data/crimes_1gb.csv /</a:t>
            </a:r>
            <a:r>
              <a:rPr lang="en-US" dirty="0" smtClean="0"/>
              <a:t>data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4196993"/>
            <a:ext cx="8523865" cy="2262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796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4974"/>
          </a:xfrm>
        </p:spPr>
        <p:txBody>
          <a:bodyPr/>
          <a:lstStyle/>
          <a:p>
            <a:r>
              <a:rPr lang="en-US" dirty="0" err="1" smtClean="0"/>
              <a:t>Pokretanje</a:t>
            </a:r>
            <a:r>
              <a:rPr lang="en-US" dirty="0" smtClean="0"/>
              <a:t> </a:t>
            </a:r>
            <a:r>
              <a:rPr lang="en-US" dirty="0" err="1" smtClean="0"/>
              <a:t>aplikacije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9016" y="1367692"/>
            <a:ext cx="9330838" cy="4880707"/>
          </a:xfrm>
        </p:spPr>
        <p:txBody>
          <a:bodyPr/>
          <a:lstStyle/>
          <a:p>
            <a:r>
              <a:rPr lang="en-US" dirty="0" err="1" smtClean="0"/>
              <a:t>Koriscenjem</a:t>
            </a:r>
            <a:r>
              <a:rPr lang="en-US" dirty="0" smtClean="0"/>
              <a:t> spark template-a: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r>
              <a:rPr lang="en-US" dirty="0" err="1" smtClean="0"/>
              <a:t>Kreiranje</a:t>
            </a:r>
            <a:r>
              <a:rPr lang="en-US" dirty="0" smtClean="0"/>
              <a:t> </a:t>
            </a:r>
            <a:r>
              <a:rPr lang="en-US" dirty="0" err="1" smtClean="0"/>
              <a:t>docker</a:t>
            </a:r>
            <a:r>
              <a:rPr lang="en-US" dirty="0" smtClean="0"/>
              <a:t> image-a:</a:t>
            </a:r>
          </a:p>
          <a:p>
            <a:pPr lvl="1"/>
            <a:r>
              <a:rPr lang="de-DE" dirty="0"/>
              <a:t>docker build --rm -t bde/spark-app </a:t>
            </a:r>
            <a:r>
              <a:rPr lang="de-DE" dirty="0" smtClean="0"/>
              <a:t>.</a:t>
            </a:r>
          </a:p>
          <a:p>
            <a:r>
              <a:rPr lang="de-DE" dirty="0" smtClean="0"/>
              <a:t>Pokretanje aplikacije:</a:t>
            </a:r>
          </a:p>
          <a:p>
            <a:pPr lvl="1"/>
            <a:r>
              <a:rPr lang="en-US" dirty="0" err="1"/>
              <a:t>docker</a:t>
            </a:r>
            <a:r>
              <a:rPr lang="en-US" dirty="0"/>
              <a:t> run --net </a:t>
            </a:r>
            <a:r>
              <a:rPr lang="en-US" dirty="0" err="1"/>
              <a:t>bde</a:t>
            </a:r>
            <a:r>
              <a:rPr lang="en-US" dirty="0"/>
              <a:t> </a:t>
            </a:r>
            <a:r>
              <a:rPr lang="en-US" dirty="0" smtClean="0"/>
              <a:t>-</a:t>
            </a:r>
            <a:r>
              <a:rPr lang="en-US" dirty="0"/>
              <a:t>e SPARK_APPLICATION_ARGS</a:t>
            </a:r>
            <a:r>
              <a:rPr lang="en-US" dirty="0" smtClean="0"/>
              <a:t>=""  </a:t>
            </a:r>
            <a:r>
              <a:rPr lang="en-US" dirty="0" err="1" smtClean="0"/>
              <a:t>bde</a:t>
            </a:r>
            <a:r>
              <a:rPr lang="en-US" dirty="0" smtClean="0"/>
              <a:t>/spark-app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2739" y="1841061"/>
            <a:ext cx="5197290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96111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123" y="452718"/>
            <a:ext cx="9378711" cy="860267"/>
          </a:xfrm>
        </p:spPr>
        <p:txBody>
          <a:bodyPr/>
          <a:lstStyle/>
          <a:p>
            <a:r>
              <a:rPr lang="en-US" dirty="0" err="1" smtClean="0"/>
              <a:t>Aplikacija</a:t>
            </a:r>
            <a:r>
              <a:rPr lang="en-US" dirty="0" smtClean="0"/>
              <a:t> – </a:t>
            </a:r>
            <a:r>
              <a:rPr lang="en-US" dirty="0" err="1" smtClean="0"/>
              <a:t>zadatak</a:t>
            </a:r>
            <a:r>
              <a:rPr lang="en-US" dirty="0" smtClean="0"/>
              <a:t> 1: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2124" y="1312986"/>
            <a:ext cx="9377730" cy="4935414"/>
          </a:xfrm>
        </p:spPr>
        <p:txBody>
          <a:bodyPr/>
          <a:lstStyle/>
          <a:p>
            <a:r>
              <a:rPr lang="en-US" dirty="0" err="1"/>
              <a:t>Odrediti</a:t>
            </a:r>
            <a:r>
              <a:rPr lang="en-US" dirty="0"/>
              <a:t>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karakteristike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određenih</a:t>
            </a:r>
            <a:r>
              <a:rPr lang="en-US" dirty="0"/>
              <a:t> </a:t>
            </a:r>
            <a:r>
              <a:rPr lang="en-US" dirty="0" err="1"/>
              <a:t>atributa</a:t>
            </a:r>
            <a:r>
              <a:rPr lang="en-US" dirty="0"/>
              <a:t> </a:t>
            </a:r>
            <a:r>
              <a:rPr lang="en-US" dirty="0" err="1"/>
              <a:t>koji</a:t>
            </a:r>
            <a:r>
              <a:rPr lang="en-US" dirty="0"/>
              <a:t> </a:t>
            </a:r>
            <a:r>
              <a:rPr lang="en-US" dirty="0" err="1"/>
              <a:t>zadovoljavaju</a:t>
            </a:r>
            <a:r>
              <a:rPr lang="en-US" dirty="0"/>
              <a:t> </a:t>
            </a:r>
            <a:r>
              <a:rPr lang="en-US" dirty="0" err="1"/>
              <a:t>zadati</a:t>
            </a:r>
            <a:r>
              <a:rPr lang="en-US" dirty="0"/>
              <a:t> </a:t>
            </a:r>
            <a:r>
              <a:rPr lang="en-US" dirty="0" err="1"/>
              <a:t>uslov</a:t>
            </a:r>
            <a:r>
              <a:rPr lang="en-US" dirty="0"/>
              <a:t> </a:t>
            </a:r>
            <a:r>
              <a:rPr lang="en-US" dirty="0" err="1"/>
              <a:t>na</a:t>
            </a:r>
            <a:r>
              <a:rPr lang="en-US" dirty="0"/>
              <a:t> </a:t>
            </a:r>
            <a:r>
              <a:rPr lang="en-US" dirty="0" err="1"/>
              <a:t>osnovu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 </a:t>
            </a:r>
            <a:r>
              <a:rPr lang="en-US" dirty="0" err="1"/>
              <a:t>koje</a:t>
            </a:r>
            <a:r>
              <a:rPr lang="en-US" dirty="0"/>
              <a:t> se </a:t>
            </a:r>
            <a:r>
              <a:rPr lang="en-US" dirty="0" err="1"/>
              <a:t>zadaju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argumenti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broj</a:t>
            </a:r>
            <a:r>
              <a:rPr lang="en-US" dirty="0"/>
              <a:t> </a:t>
            </a:r>
            <a:r>
              <a:rPr lang="en-US" dirty="0" err="1"/>
              <a:t>korisnika</a:t>
            </a:r>
            <a:r>
              <a:rPr lang="en-US" dirty="0"/>
              <a:t> u </a:t>
            </a:r>
            <a:r>
              <a:rPr lang="en-US" dirty="0" err="1"/>
              <a:t>zadatom</a:t>
            </a:r>
            <a:r>
              <a:rPr lang="en-US" dirty="0"/>
              <a:t> </a:t>
            </a:r>
            <a:r>
              <a:rPr lang="en-US" dirty="0" err="1"/>
              <a:t>periodu</a:t>
            </a:r>
            <a:r>
              <a:rPr lang="en-US" dirty="0"/>
              <a:t>, </a:t>
            </a:r>
            <a:r>
              <a:rPr lang="en-US" dirty="0" err="1"/>
              <a:t>ili</a:t>
            </a:r>
            <a:r>
              <a:rPr lang="en-US" dirty="0"/>
              <a:t> </a:t>
            </a:r>
            <a:r>
              <a:rPr lang="en-US" dirty="0" err="1"/>
              <a:t>ukupna</a:t>
            </a:r>
            <a:r>
              <a:rPr lang="en-US" dirty="0"/>
              <a:t> </a:t>
            </a:r>
            <a:r>
              <a:rPr lang="en-US" dirty="0" err="1"/>
              <a:t>suma</a:t>
            </a:r>
            <a:r>
              <a:rPr lang="en-US" dirty="0"/>
              <a:t> </a:t>
            </a:r>
            <a:r>
              <a:rPr lang="en-US" dirty="0" err="1"/>
              <a:t>potrošnje</a:t>
            </a:r>
            <a:r>
              <a:rPr lang="en-US" dirty="0"/>
              <a:t> </a:t>
            </a:r>
            <a:r>
              <a:rPr lang="en-US" dirty="0" err="1" smtClean="0"/>
              <a:t>električne</a:t>
            </a:r>
            <a:r>
              <a:rPr lang="en-US" dirty="0" smtClean="0"/>
              <a:t> </a:t>
            </a:r>
            <a:r>
              <a:rPr lang="en-US" dirty="0" err="1"/>
              <a:t>energije</a:t>
            </a:r>
            <a:r>
              <a:rPr lang="en-US" dirty="0"/>
              <a:t> </a:t>
            </a:r>
            <a:r>
              <a:rPr lang="en-US" dirty="0" err="1"/>
              <a:t>po</a:t>
            </a:r>
            <a:r>
              <a:rPr lang="en-US" dirty="0"/>
              <a:t> </a:t>
            </a:r>
            <a:r>
              <a:rPr lang="en-US" dirty="0" err="1"/>
              <a:t>gradovima</a:t>
            </a:r>
            <a:r>
              <a:rPr lang="en-US" dirty="0" smtClean="0"/>
              <a:t>).</a:t>
            </a:r>
          </a:p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540" y="2739514"/>
            <a:ext cx="6977598" cy="3308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956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7754" y="452718"/>
            <a:ext cx="9363080" cy="852451"/>
          </a:xfrm>
        </p:spPr>
        <p:txBody>
          <a:bodyPr/>
          <a:lstStyle/>
          <a:p>
            <a:r>
              <a:rPr lang="en-US" dirty="0" err="1" smtClean="0"/>
              <a:t>Aplikacija</a:t>
            </a:r>
            <a:r>
              <a:rPr lang="en-US" dirty="0" smtClean="0"/>
              <a:t> – </a:t>
            </a:r>
            <a:r>
              <a:rPr lang="en-US" dirty="0" err="1" smtClean="0"/>
              <a:t>zadatak</a:t>
            </a:r>
            <a:r>
              <a:rPr lang="en-US" dirty="0" smtClean="0"/>
              <a:t> 2: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7754" y="1305170"/>
            <a:ext cx="9362099" cy="4943230"/>
          </a:xfrm>
        </p:spPr>
        <p:txBody>
          <a:bodyPr/>
          <a:lstStyle/>
          <a:p>
            <a:r>
              <a:rPr lang="en-US" dirty="0" err="1"/>
              <a:t>Naći</a:t>
            </a:r>
            <a:r>
              <a:rPr lang="en-US" dirty="0"/>
              <a:t> </a:t>
            </a:r>
            <a:r>
              <a:rPr lang="en-US" dirty="0" err="1"/>
              <a:t>minimalne</a:t>
            </a:r>
            <a:r>
              <a:rPr lang="en-US" dirty="0"/>
              <a:t>, </a:t>
            </a:r>
            <a:r>
              <a:rPr lang="en-US" dirty="0" err="1"/>
              <a:t>maksimalne</a:t>
            </a:r>
            <a:r>
              <a:rPr lang="en-US" dirty="0"/>
              <a:t>, </a:t>
            </a:r>
            <a:r>
              <a:rPr lang="en-US" dirty="0" err="1"/>
              <a:t>srednje</a:t>
            </a:r>
            <a:r>
              <a:rPr lang="en-US" dirty="0"/>
              <a:t> </a:t>
            </a:r>
            <a:r>
              <a:rPr lang="en-US" dirty="0" err="1"/>
              <a:t>vrednosti</a:t>
            </a:r>
            <a:r>
              <a:rPr lang="en-US" dirty="0"/>
              <a:t>, </a:t>
            </a:r>
            <a:r>
              <a:rPr lang="en-US" dirty="0" err="1"/>
              <a:t>standardne</a:t>
            </a:r>
            <a:r>
              <a:rPr lang="en-US" dirty="0"/>
              <a:t> </a:t>
            </a:r>
            <a:r>
              <a:rPr lang="en-US" dirty="0" err="1"/>
              <a:t>devijaciju</a:t>
            </a:r>
            <a:r>
              <a:rPr lang="en-US" dirty="0"/>
              <a:t> </a:t>
            </a:r>
            <a:r>
              <a:rPr lang="en-US" dirty="0" err="1"/>
              <a:t>i</a:t>
            </a:r>
            <a:r>
              <a:rPr lang="en-US" dirty="0"/>
              <a:t> </a:t>
            </a:r>
            <a:r>
              <a:rPr lang="en-US" dirty="0" err="1"/>
              <a:t>ostale</a:t>
            </a:r>
            <a:r>
              <a:rPr lang="en-US" dirty="0"/>
              <a:t> </a:t>
            </a:r>
            <a:r>
              <a:rPr lang="en-US" dirty="0" err="1"/>
              <a:t>statističke</a:t>
            </a:r>
            <a:r>
              <a:rPr lang="en-US" dirty="0"/>
              <a:t> </a:t>
            </a:r>
            <a:r>
              <a:rPr lang="en-US" dirty="0" err="1"/>
              <a:t>parametre</a:t>
            </a:r>
            <a:r>
              <a:rPr lang="en-US" dirty="0"/>
              <a:t> </a:t>
            </a:r>
            <a:r>
              <a:rPr lang="en-US" dirty="0" err="1"/>
              <a:t>određene</a:t>
            </a:r>
            <a:r>
              <a:rPr lang="en-US" dirty="0"/>
              <a:t>(-</a:t>
            </a:r>
            <a:r>
              <a:rPr lang="en-US" dirty="0" err="1"/>
              <a:t>ih</a:t>
            </a:r>
            <a:r>
              <a:rPr lang="en-US" dirty="0"/>
              <a:t>) </a:t>
            </a:r>
            <a:r>
              <a:rPr lang="en-US" dirty="0" err="1"/>
              <a:t>atributa</a:t>
            </a:r>
            <a:r>
              <a:rPr lang="en-US" dirty="0"/>
              <a:t> </a:t>
            </a:r>
            <a:r>
              <a:rPr lang="en-US" dirty="0" err="1"/>
              <a:t>grupisane</a:t>
            </a:r>
            <a:r>
              <a:rPr lang="en-US" dirty="0"/>
              <a:t> </a:t>
            </a:r>
            <a:r>
              <a:rPr lang="en-US" dirty="0" err="1"/>
              <a:t>po</a:t>
            </a:r>
            <a:r>
              <a:rPr lang="en-US" dirty="0"/>
              <a:t> </a:t>
            </a:r>
            <a:r>
              <a:rPr lang="en-US" dirty="0" err="1"/>
              <a:t>određenom</a:t>
            </a:r>
            <a:r>
              <a:rPr lang="en-US" dirty="0"/>
              <a:t> </a:t>
            </a:r>
            <a:r>
              <a:rPr lang="en-US" dirty="0" err="1"/>
              <a:t>atributu</a:t>
            </a:r>
            <a:r>
              <a:rPr lang="en-US" dirty="0"/>
              <a:t> (</a:t>
            </a:r>
            <a:r>
              <a:rPr lang="en-US" dirty="0" err="1"/>
              <a:t>npr</a:t>
            </a:r>
            <a:r>
              <a:rPr lang="en-US" dirty="0"/>
              <a:t>. </a:t>
            </a:r>
            <a:r>
              <a:rPr lang="en-US" dirty="0" err="1"/>
              <a:t>lokaciji</a:t>
            </a:r>
            <a:r>
              <a:rPr lang="en-US" dirty="0"/>
              <a:t>/</a:t>
            </a:r>
            <a:r>
              <a:rPr lang="en-US" dirty="0" err="1"/>
              <a:t>oblasti</a:t>
            </a:r>
            <a:r>
              <a:rPr lang="en-US" dirty="0"/>
              <a:t>, </a:t>
            </a:r>
            <a:r>
              <a:rPr lang="en-US" dirty="0" err="1"/>
              <a:t>vremenu</a:t>
            </a:r>
            <a:r>
              <a:rPr lang="en-US" dirty="0"/>
              <a:t>,…) </a:t>
            </a:r>
            <a:r>
              <a:rPr lang="en-US" dirty="0" err="1"/>
              <a:t>koji</a:t>
            </a:r>
            <a:r>
              <a:rPr lang="en-US" dirty="0"/>
              <a:t> se </a:t>
            </a:r>
            <a:r>
              <a:rPr lang="en-US" dirty="0" err="1"/>
              <a:t>zadaju</a:t>
            </a:r>
            <a:r>
              <a:rPr lang="en-US" dirty="0"/>
              <a:t> </a:t>
            </a:r>
            <a:r>
              <a:rPr lang="en-US" dirty="0" err="1"/>
              <a:t>kao</a:t>
            </a:r>
            <a:r>
              <a:rPr lang="en-US" dirty="0"/>
              <a:t> </a:t>
            </a:r>
            <a:r>
              <a:rPr lang="en-US" dirty="0" err="1"/>
              <a:t>argumenti</a:t>
            </a:r>
            <a:r>
              <a:rPr lang="en-US" dirty="0"/>
              <a:t> </a:t>
            </a:r>
            <a:r>
              <a:rPr lang="en-US" dirty="0" err="1"/>
              <a:t>aplikacije</a:t>
            </a:r>
            <a:r>
              <a:rPr lang="en-US" dirty="0"/>
              <a:t>.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1630" y="2751014"/>
            <a:ext cx="5861803" cy="36269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6120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2123" y="452718"/>
            <a:ext cx="9378711" cy="743036"/>
          </a:xfrm>
        </p:spPr>
        <p:txBody>
          <a:bodyPr/>
          <a:lstStyle/>
          <a:p>
            <a:r>
              <a:rPr lang="en-US" dirty="0" smtClean="0"/>
              <a:t>Main: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81539" y="1396311"/>
            <a:ext cx="7612185" cy="3731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3249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385" y="452718"/>
            <a:ext cx="9347449" cy="860267"/>
          </a:xfrm>
        </p:spPr>
        <p:txBody>
          <a:bodyPr/>
          <a:lstStyle/>
          <a:p>
            <a:r>
              <a:rPr lang="en-US" dirty="0" smtClean="0"/>
              <a:t>Main: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03385" y="1380514"/>
            <a:ext cx="5287866" cy="5036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6231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2801" y="452718"/>
            <a:ext cx="9468034" cy="711774"/>
          </a:xfrm>
        </p:spPr>
        <p:txBody>
          <a:bodyPr/>
          <a:lstStyle/>
          <a:p>
            <a:r>
              <a:rPr lang="en-US" dirty="0" err="1" smtClean="0"/>
              <a:t>Samostalna</a:t>
            </a:r>
            <a:r>
              <a:rPr lang="en-US" dirty="0" smtClean="0"/>
              <a:t> Python </a:t>
            </a:r>
            <a:r>
              <a:rPr lang="en-US" dirty="0" err="1" smtClean="0"/>
              <a:t>aplikacija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4835" y="1407771"/>
            <a:ext cx="5349704" cy="411515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801" y="1407771"/>
            <a:ext cx="5243014" cy="282726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801" y="4387449"/>
            <a:ext cx="3093988" cy="2270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34408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1 – </a:t>
            </a:r>
            <a:r>
              <a:rPr lang="en-US" dirty="0" err="1" smtClean="0"/>
              <a:t>komande</a:t>
            </a:r>
            <a:r>
              <a:rPr lang="en-US" dirty="0" smtClean="0"/>
              <a:t> I </a:t>
            </a:r>
            <a:r>
              <a:rPr lang="en-US" dirty="0" err="1" smtClean="0"/>
              <a:t>poredjenje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266092"/>
            <a:ext cx="8135815" cy="4982308"/>
          </a:xfrm>
        </p:spPr>
        <p:txBody>
          <a:bodyPr/>
          <a:lstStyle/>
          <a:p>
            <a:r>
              <a:rPr lang="en-US" dirty="0" smtClean="0"/>
              <a:t>Local: </a:t>
            </a:r>
            <a:r>
              <a:rPr lang="en-US" b="1" dirty="0" err="1" smtClean="0"/>
              <a:t>docker</a:t>
            </a:r>
            <a:r>
              <a:rPr lang="en-US" b="1" dirty="0" smtClean="0"/>
              <a:t> run --net </a:t>
            </a:r>
            <a:r>
              <a:rPr lang="en-US" b="1" dirty="0" err="1" smtClean="0"/>
              <a:t>bde</a:t>
            </a:r>
            <a:r>
              <a:rPr lang="en-US" b="1" dirty="0" smtClean="0"/>
              <a:t> -e SPARK_APPLICATION_ARGS="</a:t>
            </a:r>
            <a:r>
              <a:rPr lang="en-US" b="1" dirty="0" err="1" smtClean="0"/>
              <a:t>crime_count</a:t>
            </a:r>
            <a:r>
              <a:rPr lang="en-US" b="1" dirty="0" smtClean="0"/>
              <a:t> local filter-count 2020 THEFT"  </a:t>
            </a:r>
            <a:r>
              <a:rPr lang="en-US" b="1" dirty="0" err="1" smtClean="0"/>
              <a:t>bde</a:t>
            </a:r>
            <a:r>
              <a:rPr lang="en-US" b="1" dirty="0" smtClean="0"/>
              <a:t>/spark-app</a:t>
            </a:r>
          </a:p>
          <a:p>
            <a:pPr marL="0" indent="0">
              <a:buNone/>
            </a:pPr>
            <a:endParaRPr lang="en-US" b="1" dirty="0" smtClean="0"/>
          </a:p>
          <a:p>
            <a:endParaRPr lang="en-US" b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484778"/>
            <a:ext cx="10158340" cy="313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187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1 – </a:t>
            </a:r>
            <a:r>
              <a:rPr lang="en-US" dirty="0" err="1" smtClean="0"/>
              <a:t>komande</a:t>
            </a:r>
            <a:r>
              <a:rPr lang="en-US" dirty="0" smtClean="0"/>
              <a:t> I </a:t>
            </a:r>
            <a:r>
              <a:rPr lang="en-US" dirty="0" err="1" smtClean="0"/>
              <a:t>poredjenje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266092"/>
            <a:ext cx="8135815" cy="4982308"/>
          </a:xfrm>
        </p:spPr>
        <p:txBody>
          <a:bodyPr/>
          <a:lstStyle/>
          <a:p>
            <a:r>
              <a:rPr lang="en-US" dirty="0"/>
              <a:t>Spark: </a:t>
            </a:r>
            <a:r>
              <a:rPr lang="en-US" b="1" dirty="0" err="1"/>
              <a:t>docker</a:t>
            </a:r>
            <a:r>
              <a:rPr lang="en-US" b="1" dirty="0"/>
              <a:t> run --net </a:t>
            </a:r>
            <a:r>
              <a:rPr lang="en-US" b="1" dirty="0" err="1"/>
              <a:t>bde</a:t>
            </a:r>
            <a:r>
              <a:rPr lang="en-US" b="1" dirty="0"/>
              <a:t>  -e SPARK_APPLICATION_ARGS="</a:t>
            </a:r>
            <a:r>
              <a:rPr lang="en-US" b="1" dirty="0" err="1"/>
              <a:t>crime_count</a:t>
            </a:r>
            <a:r>
              <a:rPr lang="en-US" b="1" dirty="0"/>
              <a:t> spark filter-count 2020 THEFT" </a:t>
            </a:r>
            <a:r>
              <a:rPr lang="en-US" b="1" dirty="0" err="1"/>
              <a:t>bde</a:t>
            </a:r>
            <a:r>
              <a:rPr lang="en-US" b="1" dirty="0"/>
              <a:t>/spark-app</a:t>
            </a:r>
          </a:p>
          <a:p>
            <a:endParaRPr lang="en-US" b="1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54" y="2482427"/>
            <a:ext cx="10173582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2356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1 – </a:t>
            </a:r>
            <a:r>
              <a:rPr lang="en-US" dirty="0" err="1" smtClean="0"/>
              <a:t>komande</a:t>
            </a:r>
            <a:r>
              <a:rPr lang="en-US" dirty="0" smtClean="0"/>
              <a:t> I </a:t>
            </a:r>
            <a:r>
              <a:rPr lang="en-US" dirty="0" err="1" smtClean="0"/>
              <a:t>poredjenje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266092"/>
            <a:ext cx="8135815" cy="4982308"/>
          </a:xfrm>
        </p:spPr>
        <p:txBody>
          <a:bodyPr/>
          <a:lstStyle/>
          <a:p>
            <a:r>
              <a:rPr lang="en-US" dirty="0" smtClean="0"/>
              <a:t>LOCAL PYTHON APP</a:t>
            </a:r>
            <a:endParaRPr lang="en-US" b="1" dirty="0" smtClean="0"/>
          </a:p>
          <a:p>
            <a:pPr marL="0" indent="0">
              <a:buNone/>
            </a:pPr>
            <a:endParaRPr lang="en-US" b="1" dirty="0" smtClean="0"/>
          </a:p>
          <a:p>
            <a:endParaRPr lang="en-US" b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54" y="1956875"/>
            <a:ext cx="10150720" cy="2225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12162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1 – </a:t>
            </a:r>
            <a:r>
              <a:rPr lang="en-US" dirty="0" err="1" smtClean="0"/>
              <a:t>komande</a:t>
            </a:r>
            <a:r>
              <a:rPr lang="en-US" dirty="0" smtClean="0"/>
              <a:t> I </a:t>
            </a:r>
            <a:r>
              <a:rPr lang="en-US" dirty="0" err="1" smtClean="0"/>
              <a:t>poredjenje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266092"/>
            <a:ext cx="8135815" cy="4982308"/>
          </a:xfrm>
        </p:spPr>
        <p:txBody>
          <a:bodyPr/>
          <a:lstStyle/>
          <a:p>
            <a:r>
              <a:rPr lang="en-US" dirty="0" smtClean="0"/>
              <a:t>Local: </a:t>
            </a:r>
            <a:r>
              <a:rPr lang="en-US" b="1" dirty="0" err="1" smtClean="0"/>
              <a:t>docker</a:t>
            </a:r>
            <a:r>
              <a:rPr lang="en-US" b="1" dirty="0" smtClean="0"/>
              <a:t> </a:t>
            </a:r>
            <a:r>
              <a:rPr lang="en-US" b="1" dirty="0"/>
              <a:t>run --net </a:t>
            </a:r>
            <a:r>
              <a:rPr lang="en-US" b="1" dirty="0" err="1"/>
              <a:t>bde</a:t>
            </a:r>
            <a:r>
              <a:rPr lang="en-US" b="1" dirty="0"/>
              <a:t> </a:t>
            </a:r>
            <a:r>
              <a:rPr lang="en-US" b="1" dirty="0" smtClean="0"/>
              <a:t>-</a:t>
            </a:r>
            <a:r>
              <a:rPr lang="en-US" b="1" dirty="0"/>
              <a:t>e SPARK_APPLICATION_ARGS="</a:t>
            </a:r>
            <a:r>
              <a:rPr lang="en-US" b="1" dirty="0" err="1"/>
              <a:t>crime_count</a:t>
            </a:r>
            <a:r>
              <a:rPr lang="en-US" b="1" dirty="0"/>
              <a:t> local filter-count </a:t>
            </a:r>
            <a:r>
              <a:rPr lang="en-US" b="1" dirty="0" smtClean="0"/>
              <a:t>2023 BATTERY"  </a:t>
            </a:r>
            <a:r>
              <a:rPr lang="en-US" b="1" dirty="0" err="1" smtClean="0"/>
              <a:t>bde</a:t>
            </a:r>
            <a:r>
              <a:rPr lang="en-US" b="1" dirty="0" smtClean="0"/>
              <a:t>/spark-app</a:t>
            </a:r>
          </a:p>
          <a:p>
            <a:endParaRPr lang="en-US" b="1" dirty="0" smtClean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415899"/>
            <a:ext cx="10150720" cy="2979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994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1 – </a:t>
            </a:r>
            <a:r>
              <a:rPr lang="en-US" dirty="0" err="1" smtClean="0"/>
              <a:t>komande</a:t>
            </a:r>
            <a:r>
              <a:rPr lang="en-US" dirty="0" smtClean="0"/>
              <a:t> I </a:t>
            </a:r>
            <a:r>
              <a:rPr lang="en-US" dirty="0" err="1" smtClean="0"/>
              <a:t>poredjenje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266092"/>
            <a:ext cx="8135815" cy="4982308"/>
          </a:xfrm>
        </p:spPr>
        <p:txBody>
          <a:bodyPr/>
          <a:lstStyle/>
          <a:p>
            <a:r>
              <a:rPr lang="en-US" dirty="0"/>
              <a:t>Spark: </a:t>
            </a:r>
            <a:r>
              <a:rPr lang="en-US" b="1" dirty="0" err="1"/>
              <a:t>docker</a:t>
            </a:r>
            <a:r>
              <a:rPr lang="en-US" b="1" dirty="0"/>
              <a:t> run --net </a:t>
            </a:r>
            <a:r>
              <a:rPr lang="en-US" b="1" dirty="0" err="1"/>
              <a:t>bde</a:t>
            </a:r>
            <a:r>
              <a:rPr lang="en-US" b="1" dirty="0"/>
              <a:t>  -e SPARK_APPLICATION_ARGS="</a:t>
            </a:r>
            <a:r>
              <a:rPr lang="en-US" b="1" dirty="0" err="1"/>
              <a:t>crime_count</a:t>
            </a:r>
            <a:r>
              <a:rPr lang="en-US" b="1" dirty="0"/>
              <a:t> spark filter-count </a:t>
            </a:r>
            <a:r>
              <a:rPr lang="en-US" b="1" dirty="0" smtClean="0"/>
              <a:t>2023 BATTERY" </a:t>
            </a:r>
            <a:r>
              <a:rPr lang="en-US" b="1" dirty="0" err="1"/>
              <a:t>bde</a:t>
            </a:r>
            <a:r>
              <a:rPr lang="en-US" b="1" dirty="0"/>
              <a:t>/spark-app</a:t>
            </a:r>
          </a:p>
          <a:p>
            <a:endParaRPr lang="en-US" b="1" dirty="0" smtClean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493663"/>
            <a:ext cx="10104996" cy="29491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86046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1 – </a:t>
            </a:r>
            <a:r>
              <a:rPr lang="en-US" dirty="0" err="1" smtClean="0"/>
              <a:t>komande</a:t>
            </a:r>
            <a:r>
              <a:rPr lang="en-US" dirty="0" smtClean="0"/>
              <a:t> I </a:t>
            </a:r>
            <a:r>
              <a:rPr lang="en-US" dirty="0" err="1" smtClean="0"/>
              <a:t>poredjenje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266092"/>
            <a:ext cx="8135815" cy="4982308"/>
          </a:xfrm>
        </p:spPr>
        <p:txBody>
          <a:bodyPr/>
          <a:lstStyle/>
          <a:p>
            <a:r>
              <a:rPr lang="en-US" dirty="0" smtClean="0"/>
              <a:t>LOCAL PYTHON APP</a:t>
            </a:r>
            <a:endParaRPr lang="en-US" b="1" dirty="0"/>
          </a:p>
          <a:p>
            <a:endParaRPr lang="en-US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7661" y="1987553"/>
            <a:ext cx="10158340" cy="217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77955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2 – </a:t>
            </a:r>
            <a:r>
              <a:rPr lang="en-US" dirty="0" err="1" smtClean="0"/>
              <a:t>komande</a:t>
            </a:r>
            <a:r>
              <a:rPr lang="en-US" dirty="0" smtClean="0"/>
              <a:t> I </a:t>
            </a:r>
            <a:r>
              <a:rPr lang="en-US" dirty="0" err="1" smtClean="0"/>
              <a:t>poredjenje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266092"/>
            <a:ext cx="8135815" cy="4982308"/>
          </a:xfrm>
        </p:spPr>
        <p:txBody>
          <a:bodyPr/>
          <a:lstStyle/>
          <a:p>
            <a:r>
              <a:rPr lang="en-US" dirty="0" smtClean="0"/>
              <a:t>Local: </a:t>
            </a:r>
            <a:r>
              <a:rPr lang="en-US" b="1" dirty="0" err="1"/>
              <a:t>docker</a:t>
            </a:r>
            <a:r>
              <a:rPr lang="en-US" b="1" dirty="0"/>
              <a:t> run --net </a:t>
            </a:r>
            <a:r>
              <a:rPr lang="en-US" b="1" dirty="0" err="1"/>
              <a:t>bde</a:t>
            </a:r>
            <a:r>
              <a:rPr lang="en-US" b="1" dirty="0"/>
              <a:t> </a:t>
            </a:r>
            <a:r>
              <a:rPr lang="en-US" b="1" dirty="0" smtClean="0"/>
              <a:t>–e SPARK_APPLICATION_ARGS</a:t>
            </a:r>
            <a:r>
              <a:rPr lang="en-US" b="1" dirty="0"/>
              <a:t>="</a:t>
            </a:r>
            <a:r>
              <a:rPr lang="en-US" b="1" dirty="0" err="1"/>
              <a:t>crime_stats</a:t>
            </a:r>
            <a:r>
              <a:rPr lang="en-US" b="1" dirty="0"/>
              <a:t> local stats-by District Latitude" </a:t>
            </a:r>
            <a:r>
              <a:rPr lang="en-US" b="1" dirty="0" err="1" smtClean="0"/>
              <a:t>bde</a:t>
            </a:r>
            <a:r>
              <a:rPr lang="en-US" b="1" dirty="0" smtClean="0"/>
              <a:t>/spark-app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9904" y="2369928"/>
            <a:ext cx="4541914" cy="427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619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2 – </a:t>
            </a:r>
            <a:r>
              <a:rPr lang="en-US" dirty="0" err="1" smtClean="0"/>
              <a:t>komande</a:t>
            </a:r>
            <a:r>
              <a:rPr lang="en-US" dirty="0" smtClean="0"/>
              <a:t> I </a:t>
            </a:r>
            <a:r>
              <a:rPr lang="en-US" dirty="0" err="1" smtClean="0"/>
              <a:t>poredjenje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266092"/>
            <a:ext cx="8135815" cy="4982308"/>
          </a:xfrm>
        </p:spPr>
        <p:txBody>
          <a:bodyPr/>
          <a:lstStyle/>
          <a:p>
            <a:r>
              <a:rPr lang="en-US" dirty="0"/>
              <a:t>Spark: </a:t>
            </a:r>
            <a:r>
              <a:rPr lang="en-US" b="1" dirty="0" err="1"/>
              <a:t>docker</a:t>
            </a:r>
            <a:r>
              <a:rPr lang="en-US" b="1" dirty="0"/>
              <a:t> run --net </a:t>
            </a:r>
            <a:r>
              <a:rPr lang="en-US" b="1" dirty="0" err="1"/>
              <a:t>bde</a:t>
            </a:r>
            <a:r>
              <a:rPr lang="en-US" b="1" dirty="0"/>
              <a:t> –e SPARK_APPLICATION_ARGS="</a:t>
            </a:r>
            <a:r>
              <a:rPr lang="en-US" b="1" dirty="0" err="1"/>
              <a:t>crime_stats</a:t>
            </a:r>
            <a:r>
              <a:rPr lang="en-US" b="1" dirty="0"/>
              <a:t> </a:t>
            </a:r>
            <a:r>
              <a:rPr lang="en-US" b="1" dirty="0" smtClean="0"/>
              <a:t>spark </a:t>
            </a:r>
            <a:r>
              <a:rPr lang="en-US" b="1" dirty="0"/>
              <a:t>stats-by District Latitude" </a:t>
            </a:r>
            <a:r>
              <a:rPr lang="en-US" b="1" dirty="0" err="1"/>
              <a:t>bde</a:t>
            </a:r>
            <a:r>
              <a:rPr lang="en-US" b="1" dirty="0"/>
              <a:t>/spark-app</a:t>
            </a:r>
          </a:p>
          <a:p>
            <a:endParaRPr lang="en-US" b="1" dirty="0" smtClean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1810" y="2280148"/>
            <a:ext cx="4214225" cy="4282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5391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2 – </a:t>
            </a:r>
            <a:r>
              <a:rPr lang="en-US" dirty="0" err="1" smtClean="0"/>
              <a:t>komande</a:t>
            </a:r>
            <a:r>
              <a:rPr lang="en-US" dirty="0" smtClean="0"/>
              <a:t> I </a:t>
            </a:r>
            <a:r>
              <a:rPr lang="en-US" dirty="0" err="1" smtClean="0"/>
              <a:t>poredjenje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266092"/>
            <a:ext cx="8135815" cy="4982308"/>
          </a:xfrm>
        </p:spPr>
        <p:txBody>
          <a:bodyPr/>
          <a:lstStyle/>
          <a:p>
            <a:r>
              <a:rPr lang="en-US" dirty="0" smtClean="0"/>
              <a:t>LOCAL PYTHON APP</a:t>
            </a:r>
            <a:endParaRPr lang="en-US" b="1" dirty="0"/>
          </a:p>
          <a:p>
            <a:endParaRPr lang="en-US" b="1" dirty="0" smtClean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392" y="1853248"/>
            <a:ext cx="3375953" cy="3772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968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2 – </a:t>
            </a:r>
            <a:r>
              <a:rPr lang="en-US" dirty="0" err="1" smtClean="0"/>
              <a:t>komande</a:t>
            </a:r>
            <a:r>
              <a:rPr lang="en-US" dirty="0" smtClean="0"/>
              <a:t> I </a:t>
            </a:r>
            <a:r>
              <a:rPr lang="en-US" dirty="0" err="1" smtClean="0"/>
              <a:t>poredjenje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266092"/>
            <a:ext cx="8135815" cy="4982308"/>
          </a:xfrm>
        </p:spPr>
        <p:txBody>
          <a:bodyPr/>
          <a:lstStyle/>
          <a:p>
            <a:r>
              <a:rPr lang="en-US" dirty="0" smtClean="0"/>
              <a:t>Local: </a:t>
            </a:r>
            <a:r>
              <a:rPr lang="en-US" b="1" dirty="0" err="1"/>
              <a:t>docker</a:t>
            </a:r>
            <a:r>
              <a:rPr lang="en-US" b="1" dirty="0"/>
              <a:t> run --net </a:t>
            </a:r>
            <a:r>
              <a:rPr lang="en-US" b="1" dirty="0" err="1"/>
              <a:t>bde</a:t>
            </a:r>
            <a:r>
              <a:rPr lang="en-US" b="1" dirty="0"/>
              <a:t> </a:t>
            </a:r>
            <a:r>
              <a:rPr lang="en-US" b="1" dirty="0" smtClean="0"/>
              <a:t>–e SPARK_APPLICATION_ARGS</a:t>
            </a:r>
            <a:r>
              <a:rPr lang="en-US" b="1" dirty="0"/>
              <a:t>="</a:t>
            </a:r>
            <a:r>
              <a:rPr lang="en-US" b="1" dirty="0" err="1"/>
              <a:t>crime_stats</a:t>
            </a:r>
            <a:r>
              <a:rPr lang="en-US" b="1" dirty="0"/>
              <a:t> local stats-by District </a:t>
            </a:r>
            <a:r>
              <a:rPr lang="en-US" b="1" dirty="0" smtClean="0"/>
              <a:t>Longitude" </a:t>
            </a:r>
            <a:r>
              <a:rPr lang="en-US" b="1" dirty="0" err="1" smtClean="0"/>
              <a:t>bde</a:t>
            </a:r>
            <a:r>
              <a:rPr lang="en-US" b="1" dirty="0" smtClean="0"/>
              <a:t>/spark-app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330461"/>
            <a:ext cx="4320914" cy="42447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572774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2 – </a:t>
            </a:r>
            <a:r>
              <a:rPr lang="en-US" dirty="0" err="1" smtClean="0"/>
              <a:t>komande</a:t>
            </a:r>
            <a:r>
              <a:rPr lang="en-US" dirty="0" smtClean="0"/>
              <a:t> I </a:t>
            </a:r>
            <a:r>
              <a:rPr lang="en-US" dirty="0" err="1" smtClean="0"/>
              <a:t>poredjenje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266092"/>
            <a:ext cx="8135815" cy="4982308"/>
          </a:xfrm>
        </p:spPr>
        <p:txBody>
          <a:bodyPr/>
          <a:lstStyle/>
          <a:p>
            <a:r>
              <a:rPr lang="en-US" dirty="0"/>
              <a:t>Spark: </a:t>
            </a:r>
            <a:r>
              <a:rPr lang="en-US" b="1" dirty="0" err="1"/>
              <a:t>docker</a:t>
            </a:r>
            <a:r>
              <a:rPr lang="en-US" b="1" dirty="0"/>
              <a:t> run --net </a:t>
            </a:r>
            <a:r>
              <a:rPr lang="en-US" b="1" dirty="0" err="1"/>
              <a:t>bde</a:t>
            </a:r>
            <a:r>
              <a:rPr lang="en-US" b="1" dirty="0"/>
              <a:t> –e SPARK_APPLICATION_ARGS="</a:t>
            </a:r>
            <a:r>
              <a:rPr lang="en-US" b="1" dirty="0" err="1"/>
              <a:t>crime_stats</a:t>
            </a:r>
            <a:r>
              <a:rPr lang="en-US" b="1" dirty="0"/>
              <a:t> </a:t>
            </a:r>
            <a:r>
              <a:rPr lang="en-US" b="1" dirty="0" smtClean="0"/>
              <a:t>spark </a:t>
            </a:r>
            <a:r>
              <a:rPr lang="en-US" b="1" dirty="0"/>
              <a:t>stats-by District </a:t>
            </a:r>
            <a:r>
              <a:rPr lang="en-US" b="1" dirty="0" smtClean="0"/>
              <a:t>Longitude" </a:t>
            </a:r>
            <a:r>
              <a:rPr lang="en-US" b="1" dirty="0" err="1"/>
              <a:t>bde</a:t>
            </a:r>
            <a:r>
              <a:rPr lang="en-US" b="1" dirty="0"/>
              <a:t>/spark-app</a:t>
            </a:r>
          </a:p>
          <a:p>
            <a:endParaRPr lang="en-US" b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6111" y="2276532"/>
            <a:ext cx="4351397" cy="4305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78281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Task 2 – </a:t>
            </a:r>
            <a:r>
              <a:rPr lang="en-US" dirty="0" err="1" smtClean="0"/>
              <a:t>komande</a:t>
            </a:r>
            <a:r>
              <a:rPr lang="en-US" dirty="0" smtClean="0"/>
              <a:t> I </a:t>
            </a:r>
            <a:r>
              <a:rPr lang="en-US" dirty="0" err="1" smtClean="0"/>
              <a:t>poredjenje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6154" y="1266092"/>
            <a:ext cx="8135815" cy="4982308"/>
          </a:xfrm>
        </p:spPr>
        <p:txBody>
          <a:bodyPr/>
          <a:lstStyle/>
          <a:p>
            <a:r>
              <a:rPr lang="en-US" dirty="0" smtClean="0"/>
              <a:t>LOCAL PYTHON APP</a:t>
            </a:r>
            <a:endParaRPr lang="en-US" b="1" dirty="0"/>
          </a:p>
          <a:p>
            <a:endParaRPr lang="en-US" b="1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54" y="1933462"/>
            <a:ext cx="3330229" cy="375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527545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Hvala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paznji</a:t>
            </a:r>
            <a:r>
              <a:rPr lang="en-US" dirty="0" smtClean="0"/>
              <a:t>!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1168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174</TotalTime>
  <Words>495</Words>
  <Application>Microsoft Office PowerPoint</Application>
  <PresentationFormat>Widescreen</PresentationFormat>
  <Paragraphs>69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7" baseType="lpstr">
      <vt:lpstr>Arial</vt:lpstr>
      <vt:lpstr>Century Gothic</vt:lpstr>
      <vt:lpstr>Wingdings 3</vt:lpstr>
      <vt:lpstr>Ion</vt:lpstr>
      <vt:lpstr>Big Data Systems – projekat 1</vt:lpstr>
      <vt:lpstr>Dataset – Chicago crimes </vt:lpstr>
      <vt:lpstr>Podesavanje okruzenja </vt:lpstr>
      <vt:lpstr>Ucitavanje podataka na HDFS</vt:lpstr>
      <vt:lpstr>Pokretanje aplikacije</vt:lpstr>
      <vt:lpstr>Aplikacija – zadatak 1:</vt:lpstr>
      <vt:lpstr>Aplikacija – zadatak 2:</vt:lpstr>
      <vt:lpstr>Main:</vt:lpstr>
      <vt:lpstr>Main:</vt:lpstr>
      <vt:lpstr>Samostalna Python aplikacija</vt:lpstr>
      <vt:lpstr>Task 1 – komande I poredjenje</vt:lpstr>
      <vt:lpstr>Task 1 – komande I poredjenje</vt:lpstr>
      <vt:lpstr>Task 1 – komande I poredjenje</vt:lpstr>
      <vt:lpstr>Task 1 – komande I poredjenje</vt:lpstr>
      <vt:lpstr>Task 1 – komande I poredjenje</vt:lpstr>
      <vt:lpstr>Task 1 – komande I poredjenje</vt:lpstr>
      <vt:lpstr>Task 2 – komande I poredjenje</vt:lpstr>
      <vt:lpstr>Task 2 – komande I poredjenje</vt:lpstr>
      <vt:lpstr>Task 2 – komande I poredjenje</vt:lpstr>
      <vt:lpstr>Task 2 – komande I poredjenje</vt:lpstr>
      <vt:lpstr>Task 2 – komande I poredjenje</vt:lpstr>
      <vt:lpstr>Task 2 – komande I poredjenje</vt:lpstr>
      <vt:lpstr>Hvala na paznji!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Systems – projekat 1</dc:title>
  <dc:creator>katarinast178@gmail.com</dc:creator>
  <cp:lastModifiedBy>katarinast178@gmail.com</cp:lastModifiedBy>
  <cp:revision>12</cp:revision>
  <dcterms:created xsi:type="dcterms:W3CDTF">2026-01-12T19:31:57Z</dcterms:created>
  <dcterms:modified xsi:type="dcterms:W3CDTF">2026-01-12T22:26:51Z</dcterms:modified>
</cp:coreProperties>
</file>